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6" r:id="rId3"/>
    <p:sldId id="303" r:id="rId4"/>
    <p:sldId id="304" r:id="rId5"/>
    <p:sldId id="307" r:id="rId6"/>
    <p:sldId id="310" r:id="rId7"/>
    <p:sldId id="288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48" d="100"/>
          <a:sy n="48" d="100"/>
        </p:scale>
        <p:origin x="53" y="706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21D70-E892-43A2-B663-C229C3E17C20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9D8B-47E7-409C-BBBA-B74D81E8A85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99D8B-47E7-409C-BBBA-B74D81E8A85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225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75" y="0"/>
            <a:ext cx="1381125" cy="11334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59260" y="0"/>
            <a:ext cx="1141425" cy="1216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8025" y="229869"/>
            <a:ext cx="5695949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05" y="1621472"/>
            <a:ext cx="9318625" cy="460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037036" y="4343400"/>
            <a:ext cx="15113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7036" y="4895052"/>
            <a:ext cx="3399472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0">
              <a:spcBef>
                <a:spcPts val="95"/>
              </a:spcBef>
            </a:pPr>
            <a:r>
              <a:rPr lang="en-IN" dirty="0">
                <a:latin typeface="Times New Roman" panose="02020603050405020304"/>
                <a:cs typeface="Times New Roman" panose="02020603050405020304"/>
              </a:rPr>
              <a:t>DASARI HARITHA</a:t>
            </a:r>
            <a:r>
              <a:rPr lang="en-IN" sz="1800" dirty="0">
                <a:latin typeface="Times New Roman" panose="02020603050405020304"/>
                <a:cs typeface="Times New Roman" panose="02020603050405020304"/>
              </a:rPr>
              <a:t>(192425254)</a:t>
            </a:r>
          </a:p>
          <a:p>
            <a:pPr marL="25400">
              <a:spcBef>
                <a:spcPts val="620"/>
              </a:spcBef>
            </a:pP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552" y="4343400"/>
            <a:ext cx="431387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Superv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ised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by</a:t>
            </a:r>
            <a:r>
              <a:rPr sz="2000" b="1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977" y="4936025"/>
            <a:ext cx="4313873" cy="56746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lang="en-IN" sz="1800" dirty="0"/>
              <a:t>SENTHIL G A</a:t>
            </a:r>
          </a:p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046" y="2514600"/>
            <a:ext cx="113339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Q-Networks for Intelligent Decision-Making</a:t>
            </a:r>
            <a:b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" y="0"/>
            <a:ext cx="10957034" cy="1672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57200"/>
            <a:ext cx="8534400" cy="553998"/>
          </a:xfrm>
        </p:spPr>
        <p:txBody>
          <a:bodyPr/>
          <a:lstStyle/>
          <a:p>
            <a:pPr algn="ctr"/>
            <a:r>
              <a:rPr lang="en-IN" sz="3600" dirty="0"/>
              <a:t>WHAT IS DEEP Q-NETWORK (DQN)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753449"/>
            <a:ext cx="83058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Q-Networks (DQN) for Intelligent Decision-Making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combines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+ Q-Learning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make intelligent decisions through trial and error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learns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states, actions, and rewards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environments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robotics, autonomous vehicles, and smart manufacturing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→ DQN → Action → Reward → Learning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pic>
        <p:nvPicPr>
          <p:cNvPr id="7" name="Picture 6" descr="Machine Learning in Cars: How AI Drives Autonomous Vehicles | by Sohan Lal | Medium">
            <a:extLst>
              <a:ext uri="{FF2B5EF4-FFF2-40B4-BE49-F238E27FC236}">
                <a16:creationId xmlns:a16="http://schemas.microsoft.com/office/drawing/2014/main" id="{7E7423F1-5689-4597-7F06-70D046647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09800"/>
            <a:ext cx="35814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457200"/>
            <a:ext cx="8001000" cy="762000"/>
          </a:xfrm>
        </p:spPr>
        <p:txBody>
          <a:bodyPr/>
          <a:lstStyle/>
          <a:p>
            <a:pPr algn="ctr"/>
            <a:r>
              <a:rPr lang="en-IN" sz="3600" dirty="0"/>
              <a:t>DQN ARCHITECTURE</a:t>
            </a:r>
            <a:endParaRPr lang="en-US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2569C1-4976-A494-1098-590265756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1" y="1524000"/>
            <a:ext cx="5943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3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57200"/>
            <a:ext cx="8762999" cy="797683"/>
          </a:xfrm>
        </p:spPr>
        <p:txBody>
          <a:bodyPr/>
          <a:lstStyle/>
          <a:p>
            <a:pPr algn="ctr"/>
            <a:r>
              <a:rPr lang="en-IN" sz="3600" dirty="0"/>
              <a:t>EXPERIENCE REPLAY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638156"/>
            <a:ext cx="6477000" cy="122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13818-3C7A-00A4-ACFE-F5FB8371FA12}"/>
              </a:ext>
            </a:extLst>
          </p:cNvPr>
          <p:cNvSpPr txBox="1"/>
          <p:nvPr/>
        </p:nvSpPr>
        <p:spPr>
          <a:xfrm>
            <a:off x="1143001" y="1385193"/>
            <a:ext cx="98069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Experience Replay?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stores previous experiences 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Memory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experience contains: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(State, Action, Reward, Next State)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interacts with Environment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↓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Store Experience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Replay Memory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Random Mini-Batch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↓</a:t>
            </a:r>
          </a:p>
          <a:p>
            <a:pPr algn="ctr"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Train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79263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33400"/>
            <a:ext cx="8527255" cy="308512"/>
          </a:xfrm>
        </p:spPr>
        <p:txBody>
          <a:bodyPr/>
          <a:lstStyle/>
          <a:p>
            <a:pPr algn="ctr"/>
            <a:r>
              <a:rPr lang="en-IN" sz="3600" dirty="0"/>
              <a:t>TARGET NETWORKS</a:t>
            </a:r>
            <a:endParaRPr lang="en-IN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" y="1569625"/>
            <a:ext cx="9806939" cy="602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Target Network?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uses two networks: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Network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continuously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current Q-values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Target Network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stable target values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periodically from the online network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training instability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rapidly changing targets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convergence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more reliable Q-value learning</a:t>
            </a:r>
          </a:p>
          <a:p>
            <a:pPr algn="l">
              <a:lnSpc>
                <a:spcPct val="150000"/>
              </a:lnSpc>
            </a:pP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Jewish Ethics for modern World Part 3 - Autonomous Vehicles | Welcome to Bushey Chabad | Jewish Community Centre">
            <a:extLst>
              <a:ext uri="{FF2B5EF4-FFF2-40B4-BE49-F238E27FC236}">
                <a16:creationId xmlns:a16="http://schemas.microsoft.com/office/drawing/2014/main" id="{B97A7E24-36CE-790D-472E-0587719D3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9" y="1905001"/>
            <a:ext cx="381000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0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533400"/>
            <a:ext cx="7848600" cy="553998"/>
          </a:xfrm>
        </p:spPr>
        <p:txBody>
          <a:bodyPr/>
          <a:lstStyle/>
          <a:p>
            <a:pPr algn="l"/>
            <a:r>
              <a:rPr lang="en-IN" sz="3600" dirty="0"/>
              <a:t>APPLICATIONS &amp; CONCLUSION</a:t>
            </a:r>
            <a:endParaRPr lang="en-IN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488829"/>
            <a:ext cx="9448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Robot navigation and path planning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Obstacle avoidance and driving decisions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🏭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Manufacturing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Machine control and production optimization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Automation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Robot movement and task scheduling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combines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Q-Learning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action from experience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learning.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stable training. 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87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2829560"/>
            <a:ext cx="60331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271</Words>
  <Application>Microsoft Office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Times New Roman</vt:lpstr>
      <vt:lpstr>Wingdings</vt:lpstr>
      <vt:lpstr>Office Theme</vt:lpstr>
      <vt:lpstr>PowerPoint Presentation</vt:lpstr>
      <vt:lpstr>WHAT IS DEEP Q-NETWORK (DQN)</vt:lpstr>
      <vt:lpstr>DQN ARCHITECTURE</vt:lpstr>
      <vt:lpstr>EXPERIENCE REPLAY</vt:lpstr>
      <vt:lpstr>TARGET NETWORKS</vt:lpstr>
      <vt:lpstr>APPLICATIONS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</dc:title>
  <dc:creator>LENOVO</dc:creator>
  <cp:lastModifiedBy>Haritha D</cp:lastModifiedBy>
  <cp:revision>22</cp:revision>
  <dcterms:created xsi:type="dcterms:W3CDTF">2025-12-24T03:01:00Z</dcterms:created>
  <dcterms:modified xsi:type="dcterms:W3CDTF">2026-08-17T15:54:24Z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2025-12-24T11:00:00Z</vt:filetime>
  </property>
  <property fmtid="{D5CDD505-2E9C-101B-9397-08002B2CF9AE}" pid="3" name="LastSaved">
    <vt:filetime>2025-12-24T11:00:00Z</vt:filetime>
  </property>
  <property fmtid="{D5CDD505-2E9C-101B-9397-08002B2CF9AE}" pid="4" name="ICV">
    <vt:lpwstr>65C4E49682984BF98145F6A23285ED7B_12</vt:lpwstr>
  </property>
  <property fmtid="{D5CDD505-2E9C-101B-9397-08002B2CF9AE}" pid="5" name="KSOProductBuildVer">
    <vt:lpwstr>1033-12.2.0.23196</vt:lpwstr>
  </property>
</Properties>
</file>